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27D969-5422-4FF8-A001-F314B124B55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47179C-FE59-4ECF-A11E-BB083AE921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DAB594-4251-44D7-BC60-1C24C391EE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132BE-B04D-437A-B726-5C139EAABA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684516-A27A-4BA7-A8E2-831EB47EDC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MASTER">
    <p:bg>
      <p:bgPr>
        <a:solidFill>
          <a:srgbClr val="061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400" cy="45360"/>
          </a:xfrm>
          <a:prstGeom prst="rect">
            <a:avLst/>
          </a:prstGeom>
          <a:solidFill>
            <a:srgbClr val="17B8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0"/>
            <a:ext cx="12191400" cy="45360"/>
          </a:xfrm>
          <a:prstGeom prst="rect">
            <a:avLst/>
          </a:prstGeom>
          <a:solidFill>
            <a:srgbClr val="6CC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400" cy="45360"/>
          </a:xfrm>
          <a:prstGeom prst="rect">
            <a:avLst/>
          </a:prstGeom>
          <a:solidFill>
            <a:srgbClr val="F4C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1400" cy="45360"/>
          </a:xfrm>
          <a:prstGeom prst="rect">
            <a:avLst/>
          </a:prstGeom>
          <a:solidFill>
            <a:srgbClr val="F26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07040" y="5486400"/>
            <a:ext cx="1584360" cy="1051200"/>
          </a:xfrm>
          <a:prstGeom prst="rect">
            <a:avLst/>
          </a:prstGeom>
          <a:solidFill>
            <a:srgbClr val="0F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 0" descr="preencoded.png"/>
          <p:cNvPicPr/>
          <p:nvPr/>
        </p:nvPicPr>
        <p:blipFill>
          <a:blip r:embed="rId2"/>
          <a:stretch/>
        </p:blipFill>
        <p:spPr>
          <a:xfrm>
            <a:off x="457200" y="411480"/>
            <a:ext cx="1096920" cy="10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Shape 5"/>
          <p:cNvSpPr/>
          <p:nvPr/>
        </p:nvSpPr>
        <p:spPr>
          <a:xfrm>
            <a:off x="1664280" y="502920"/>
            <a:ext cx="72720" cy="914040"/>
          </a:xfrm>
          <a:prstGeom prst="rect">
            <a:avLst/>
          </a:prstGeom>
          <a:solidFill>
            <a:srgbClr val="F26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6"/>
          <p:cNvSpPr/>
          <p:nvPr/>
        </p:nvSpPr>
        <p:spPr>
          <a:xfrm>
            <a:off x="1874520" y="38412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Montserrat ExtraBold"/>
                <a:ea typeface="Montserrat ExtraBold"/>
              </a:rPr>
              <a:t>ON TARGET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892880" y="1024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17B8C4"/>
                </a:solidFill>
                <a:effectLst/>
                <a:uFillTx/>
                <a:latin typeface="Arial"/>
                <a:ea typeface="Arial"/>
              </a:rPr>
              <a:t>IN YOUR GENES CONSULTING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_MASTER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0611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0" y="502920"/>
            <a:ext cx="12191400" cy="54360"/>
          </a:xfrm>
          <a:prstGeom prst="rect">
            <a:avLst/>
          </a:prstGeom>
          <a:solidFill>
            <a:srgbClr val="17B8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0" descr="preencoded.png"/>
          <p:cNvPicPr/>
          <p:nvPr/>
        </p:nvPicPr>
        <p:blipFill>
          <a:blip r:embed="rId2"/>
          <a:stretch/>
        </p:blipFill>
        <p:spPr>
          <a:xfrm>
            <a:off x="274320" y="6408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2"/>
          <p:cNvSpPr/>
          <p:nvPr/>
        </p:nvSpPr>
        <p:spPr>
          <a:xfrm>
            <a:off x="777240" y="4572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Montserrat ExtraBold"/>
                <a:ea typeface="Montserrat ExtraBold"/>
              </a:rPr>
              <a:t>ON TARGET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786240" y="283320"/>
            <a:ext cx="5486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99" strike="noStrike">
                <a:solidFill>
                  <a:srgbClr val="17B8C4"/>
                </a:solidFill>
                <a:effectLst/>
                <a:uFillTx/>
                <a:latin typeface="Arial"/>
                <a:ea typeface="Arial"/>
              </a:rPr>
              <a:t>IN YOUR GENES CONSULTING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457200" y="6583680"/>
            <a:ext cx="109440" cy="109440"/>
          </a:xfrm>
          <a:prstGeom prst="rect">
            <a:avLst/>
          </a:prstGeom>
          <a:solidFill>
            <a:srgbClr val="6CC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603360" y="6583680"/>
            <a:ext cx="109440" cy="109440"/>
          </a:xfrm>
          <a:prstGeom prst="rect">
            <a:avLst/>
          </a:prstGeom>
          <a:solidFill>
            <a:srgbClr val="F4C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749880" y="6583680"/>
            <a:ext cx="109440" cy="109440"/>
          </a:xfrm>
          <a:prstGeom prst="rect">
            <a:avLst/>
          </a:prstGeom>
          <a:solidFill>
            <a:srgbClr val="F26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960120" y="653796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On Target — Confidential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10058400" y="653796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inyourgenesconsulting.com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MASTER">
    <p:bg>
      <p:bgPr>
        <a:solidFill>
          <a:srgbClr val="0B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7B8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320040" y="0"/>
            <a:ext cx="164160" cy="6857640"/>
          </a:xfrm>
          <a:prstGeom prst="rect">
            <a:avLst/>
          </a:prstGeom>
          <a:solidFill>
            <a:srgbClr val="6CC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484560" y="0"/>
            <a:ext cx="91080" cy="6857640"/>
          </a:xfrm>
          <a:prstGeom prst="rect">
            <a:avLst/>
          </a:prstGeom>
          <a:solidFill>
            <a:srgbClr val="F4C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576000" y="0"/>
            <a:ext cx="54360" cy="6857640"/>
          </a:xfrm>
          <a:prstGeom prst="rect">
            <a:avLst/>
          </a:prstGeom>
          <a:solidFill>
            <a:srgbClr val="F26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0" descr="preencoded.png"/>
          <p:cNvPicPr/>
          <p:nvPr/>
        </p:nvPicPr>
        <p:blipFill>
          <a:blip r:embed="rId2"/>
          <a:stretch/>
        </p:blipFill>
        <p:spPr>
          <a:xfrm>
            <a:off x="10607040" y="411480"/>
            <a:ext cx="1188360" cy="11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4"/>
          <p:cNvSpPr/>
          <p:nvPr/>
        </p:nvSpPr>
        <p:spPr>
          <a:xfrm>
            <a:off x="914400" y="59893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Montserrat ExtraBold"/>
                <a:ea typeface="Montserrat ExtraBold"/>
              </a:rPr>
              <a:t>ON TARGET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932760" y="640080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201" strike="noStrike">
                <a:solidFill>
                  <a:srgbClr val="17B8C4"/>
                </a:solidFill>
                <a:effectLst/>
                <a:uFillTx/>
                <a:latin typeface="Arial"/>
                <a:ea typeface="Arial"/>
              </a:rPr>
              <a:t>IN YOUR GENES CONSULTING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548640" y="2194560"/>
            <a:ext cx="10058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On </a:t>
            </a:r>
            <a:r>
              <a:rPr lang="en-US" sz="8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Target</a:t>
            </a:r>
            <a:endParaRPr lang="en-U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94360" y="37490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17B8C4"/>
                </a:solidFill>
                <a:effectLst/>
                <a:uFillTx/>
                <a:latin typeface="Calibri"/>
                <a:ea typeface="Calibri"/>
              </a:rPr>
              <a:t>An AI LLM platform built for precision insight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594360" y="4434840"/>
            <a:ext cx="639720" cy="54360"/>
          </a:xfrm>
          <a:prstGeom prst="rect">
            <a:avLst/>
          </a:prstGeom>
          <a:solidFill>
            <a:srgbClr val="F26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594360" y="4572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pc="300" strike="noStrike">
                <a:solidFill>
                  <a:srgbClr val="A9B3C7"/>
                </a:solidFill>
                <a:effectLst/>
                <a:uFillTx/>
                <a:latin typeface="Calibri"/>
                <a:ea typeface="Calibri"/>
              </a:rPr>
              <a:t>Presented by In Your Genes Consulting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1005840" y="1463040"/>
            <a:ext cx="3657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0" b="1" u="none" strike="noStrike">
                <a:solidFill>
                  <a:srgbClr val="17B8C4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1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1051560" y="329184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The Opportunity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1097280" y="429768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A9B3C7"/>
                </a:solidFill>
                <a:effectLst/>
                <a:uFillTx/>
                <a:latin typeface="Calibri"/>
                <a:ea typeface="Calibri"/>
              </a:rPr>
              <a:t>Why precision AI matters for your organization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48640" y="8229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6112A"/>
                </a:solidFill>
                <a:effectLst/>
                <a:uFillTx/>
                <a:latin typeface="Georgia"/>
                <a:ea typeface="Georgia"/>
              </a:rPr>
              <a:t>What is On Target?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548640" y="1463040"/>
            <a:ext cx="548280" cy="45360"/>
          </a:xfrm>
          <a:prstGeom prst="rect">
            <a:avLst/>
          </a:prstGeom>
          <a:solidFill>
            <a:srgbClr val="F26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548640" y="1828800"/>
            <a:ext cx="5440320" cy="2102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E1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548640" y="1828800"/>
            <a:ext cx="109440" cy="2102760"/>
          </a:xfrm>
          <a:prstGeom prst="roundRect">
            <a:avLst>
              <a:gd name="adj" fmla="val 50000"/>
            </a:avLst>
          </a:prstGeom>
          <a:solidFill>
            <a:srgbClr val="17B8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914400" y="205740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6112A"/>
                </a:solidFill>
                <a:effectLst/>
                <a:uFillTx/>
                <a:latin typeface="Georgia"/>
                <a:ea typeface="Georgia"/>
              </a:rPr>
              <a:t>Tailored Models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914400" y="2606040"/>
            <a:ext cx="4891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Domain-trained LLMs aligned to your data, voice, and goals.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6217920" y="1828800"/>
            <a:ext cx="5440320" cy="2102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E1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6217920" y="1828800"/>
            <a:ext cx="109440" cy="2102760"/>
          </a:xfrm>
          <a:prstGeom prst="roundRect">
            <a:avLst>
              <a:gd name="adj" fmla="val 50000"/>
            </a:avLst>
          </a:prstGeom>
          <a:solidFill>
            <a:srgbClr val="6CC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6583680" y="205740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6112A"/>
                </a:solidFill>
                <a:effectLst/>
                <a:uFillTx/>
                <a:latin typeface="Georgia"/>
                <a:ea typeface="Georgia"/>
              </a:rPr>
              <a:t>Actionable Insight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6583680" y="2606040"/>
            <a:ext cx="4891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Turn unstructured information into precise, on-target recommendations.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0"/>
          <p:cNvSpPr/>
          <p:nvPr/>
        </p:nvSpPr>
        <p:spPr>
          <a:xfrm>
            <a:off x="548640" y="4160520"/>
            <a:ext cx="5440320" cy="2102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E1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548640" y="4160520"/>
            <a:ext cx="109440" cy="2102760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914400" y="438912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6112A"/>
                </a:solidFill>
                <a:effectLst/>
                <a:uFillTx/>
                <a:latin typeface="Georgia"/>
                <a:ea typeface="Georgia"/>
              </a:rPr>
              <a:t>Secure by Design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914400" y="4937760"/>
            <a:ext cx="4891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Enterprise-grade controls so your data stays yours.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6217920" y="4160520"/>
            <a:ext cx="5440320" cy="2102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E1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5"/>
          <p:cNvSpPr/>
          <p:nvPr/>
        </p:nvSpPr>
        <p:spPr>
          <a:xfrm>
            <a:off x="6217920" y="4160520"/>
            <a:ext cx="109440" cy="2102760"/>
          </a:xfrm>
          <a:prstGeom prst="roundRect">
            <a:avLst>
              <a:gd name="adj" fmla="val 50000"/>
            </a:avLst>
          </a:prstGeom>
          <a:solidFill>
            <a:srgbClr val="F26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6583680" y="438912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6112A"/>
                </a:solidFill>
                <a:effectLst/>
                <a:uFillTx/>
                <a:latin typeface="Georgia"/>
                <a:ea typeface="Georgia"/>
              </a:rPr>
              <a:t>Human-in-the-Loop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7"/>
          <p:cNvSpPr/>
          <p:nvPr/>
        </p:nvSpPr>
        <p:spPr>
          <a:xfrm>
            <a:off x="6583680" y="4937760"/>
            <a:ext cx="4891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Augment your experts — don't replace them.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548640" y="2377440"/>
            <a:ext cx="10972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Let's hit the target.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594360" y="384048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7B8C4"/>
                </a:solidFill>
                <a:effectLst/>
                <a:uFillTx/>
                <a:latin typeface="Calibri"/>
                <a:ea typeface="Calibri"/>
              </a:rPr>
              <a:t>hello@inyourgenesconsulting.net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LibreOffice/26.2.3.2$Linux_X86_64 LibreOffice_project/620$Build-2</Application>
  <AppVersion>15.0000</AppVersion>
  <Words>0</Words>
  <Paragraphs>0</Paragraphs>
  <Company>In Your Genes Consulting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2026-05-04T18:19:51Z</dcterms:created>
  <dc:creator>PptxGenJS</dc:creator>
  <dc:description/>
  <dc:language>en-US</dc:language>
  <cp:lastModifiedBy/>
  <dcterms:modified xsi:type="dcterms:W3CDTF">2026-06-08T10:47:04Z</dcterms:modified>
  <cp:revision>3</cp:revision>
  <dc:subject>PptxGenJS Presentation</dc:subject>
  <dc:title>On Target — In Your Genes Consulting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