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Placeholder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Title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Columns Title</a:t>
            </a:r>
          </a:p>
        </p:txBody>
      </p:sp>
      <p:sp>
        <p:nvSpPr>
          <p:cNvPr id="3" name="Column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Column 1 Placeholder</a:t>
            </a:r>
          </a:p>
        </p:txBody>
      </p:sp>
      <p:sp>
        <p:nvSpPr>
          <p:cNvPr id="4" name="Column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Column 2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